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772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Data Engineering Pipeline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2148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API Ingestion → GCS Bucket → Dataproc (Raw → Bronze → Silver → Gold) → BigQuery → Airflow Orchestration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CoinGecko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Cloud Storage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Spark / Dataproc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493008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BigQuery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3493008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Run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3493008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Airflow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Stakeholder Briefing  |  Data Engineering Project  |  GCP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 — End-to-End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51560"/>
            <a:ext cx="1572768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73936" y="171450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3664" y="161848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records/page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pages → 10K rows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75104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75104" y="1051560"/>
            <a:ext cx="1572768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7872" y="171450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61848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75104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29968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(Flask)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trigger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stored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051560"/>
            <a:ext cx="1572768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21808" y="171450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61848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03904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bronze_to_silver.py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Raw→Bronze→Silver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22976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22976" y="1051560"/>
            <a:ext cx="1572768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95744" y="1714500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161848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22976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96912" y="1051560"/>
            <a:ext cx="1572768" cy="1325880"/>
          </a:xfrm>
          <a:prstGeom prst="rect">
            <a:avLst/>
          </a:prstGeom>
          <a:solidFill>
            <a:srgbClr val="0D1B3E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96912" y="1051560"/>
            <a:ext cx="1572768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1115568"/>
            <a:ext cx="157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96912" y="24871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51776" y="252374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scheduling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" y="3840480"/>
            <a:ext cx="87325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858768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  Correction: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bronze_to_silver.py has a typo —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pyspark.sql.fuctions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 should be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pyspark.sql.functions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  |  Also: the helper function definition is incomplete (cut off mid-line).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API Ingestion  (main.py)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Public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/api/v3/coins/markets endpoint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1480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659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2677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records per page × 40 pages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10,000 cryptocurrency records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411480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71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Rate Limiting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3273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time.sleep(2) between calls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API rate-limit bans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931920"/>
            <a:ext cx="411480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9776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crypto_10000_records.csv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locally then uploaded to GCS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251960" cy="3931920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987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16 Columns Captured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1371600"/>
            <a:ext cx="39776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current_price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market_cap_rank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total_volume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high_24h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low_24h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price_change_24h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price_change_percentage_24h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circulating_supply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total_supply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max_supply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GCS Bucket &amp; Cloud Run Trigger  (app.py)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 GCS Bucket 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8132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gs://ps-gcp-ingress-bucket-7f3a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pattern: uploads/{zone}/{provider}/file.csv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lands in provider_ingress/raw/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output saved to provider-ingress/bronze/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926080"/>
            <a:ext cx="416052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+ Cloud Run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40156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python:3.10-slim 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on port 8080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GCS object-finalize event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→ parses bucket, zone, provider, filename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→ health check returns 200 OK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3794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78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GCS Path Anatomy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uploads / us / provider1 / file.csv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18888" y="2176272"/>
            <a:ext cx="1261872" cy="38404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217627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263347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= 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176272"/>
            <a:ext cx="1261872" cy="384048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17627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provider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63347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= provider1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25512" y="2176272"/>
            <a:ext cx="1261872" cy="38404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217627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file_name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25512" y="263347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= file.csv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18888" y="32461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Requirements (requirements.txt)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flask==2.3.3   |   gunicorn&gt;=21.2.0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Dataproc / Spark: Raw → Bronze → Silver  (clean_data.py + bronze_to_silver.py)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029968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05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" y="12618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CSV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157276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path: provider_ingress/raw/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header, inferSchema, multiLine, escape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914400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914400"/>
            <a:ext cx="20299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005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05456" y="12618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05456" y="157276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df.dropDuplicates()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reports rows removed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914400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914400"/>
            <a:ext cx="2029968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005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1728" y="12618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 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157276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on 7 critical columns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symbol, name, price, market_cap, rank, volume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914400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4848" y="914400"/>
            <a:ext cx="20299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05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12618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Invalid Values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57276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0, market_cap &gt; 0, rank &gt;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trim(id/symbol/name) != empty string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395728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395728"/>
            <a:ext cx="20299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4871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" y="27432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Data Types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" y="3054096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columns cast to DoubleType or LongType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numeric accuracy downstream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32304" y="2395728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304" y="2395728"/>
            <a:ext cx="2029968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05456" y="24871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05456" y="27432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Summary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05456" y="3054096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counts: raw, dedup, nulls, invalid, final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sample 5 rows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08576" y="2395728"/>
            <a:ext cx="2029968" cy="1335024"/>
          </a:xfrm>
          <a:prstGeom prst="rect">
            <a:avLst/>
          </a:prstGeom>
          <a:solidFill>
            <a:srgbClr val="0F20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2395728"/>
            <a:ext cx="202996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4871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81728" y="27432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Bronze GCS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81728" y="3054096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coalesce(1).write.csv — single file 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provider-ingress/bronze/crypto_bronze_save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4224528"/>
            <a:ext cx="8613648" cy="685800"/>
          </a:xfrm>
          <a:prstGeom prst="rect">
            <a:avLst/>
          </a:prstGeom>
          <a:solidFill>
            <a:srgbClr val="1A0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42816"/>
            <a:ext cx="8366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🐛  Bug Fixed: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bronze_to_silver.py line 2: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pyspark.sql.fuctions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→  corrected to 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pyspark.sql.functions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|  Also: incomplete read_ helper function must be completed.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BigQuery Gold Layer (Analytics-Ready)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011680" cy="68580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RAW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67712" y="138988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2984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847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883664"/>
            <a:ext cx="1828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· provider_ingress/raw/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CSV from CoinGecko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transformations applied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105156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BRONZE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43984" y="138988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2984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2304" y="1847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23744" y="1883664"/>
            <a:ext cx="1828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· provider-ingress/bronze/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Deduped, null-removed, invalid-filtered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job: clean_data.py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051560"/>
            <a:ext cx="2011680" cy="6858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SILVER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20256" y="138988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12984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8576" y="1847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0016" y="1883664"/>
            <a:ext cx="1828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or Dataproc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Type-cast, standardised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job: bronze_to_silver.py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84848" y="105156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GOLD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84848" y="1847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76288" y="1883664"/>
            <a:ext cx="18288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Dataset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business-ready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SQL analytics &amp; dashboards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429000"/>
            <a:ext cx="8613648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35021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BigQuery as the Gold Layer?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" y="385876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Serverless, fully managed — no infrastructure to maintain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Petabyte-scale SQL queries in seconds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Native GCS integration — load directly from Bronze/Silver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Connects to Looker, Data Studio, and external BI tools for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Apache Airflow Orchestration  (airflow.py)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airflow.py is currently empty — below is the recommended DAG structure to orchestrate the full pipeline.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88720"/>
            <a:ext cx="27889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98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fetch_api_data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627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PythonOperator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main.py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10K records from CoinGecko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4952" y="1847088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88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98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upload_to_gcs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GCSHook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to GCS bucket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zone: provider_ingress/raw/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847088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4768" y="1188720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188720"/>
            <a:ext cx="27889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298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trigger_cloud_run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1627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HttpOperator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192024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app.py (Cloud Run)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Parsed: zone, provider, file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035808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035808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45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spark_bronze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DataprocOperator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37673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clean_data.py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Bronze Spark job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44952" y="3694176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3035808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35808"/>
            <a:ext cx="2788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145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spark_silver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DataprocOperator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37673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bronze_to_silver.py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Spark job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3694176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44768" y="3035808"/>
            <a:ext cx="2788920" cy="1627632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3035808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1455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load_to_bigquery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6208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BigQueryOperator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37673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→ Gold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BigQuery dataset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45920" y="2816352"/>
            <a:ext cx="0" cy="20116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72768" y="29443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Corrections &amp; Issues Found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4251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Critical  |  bronze_to_silver.py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Problem: Typo: pyspark.sql.fuctions (missing 'n')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Fix: Change to: from pyspark.sql.functions import col, expr, row_number, max as spark_max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0016" y="1005840"/>
            <a:ext cx="4251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9744" y="10789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Critical  |  bronze_to_silver.py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9744" y="138988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Problem: Incomplete function: def read_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9744" y="1755648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Fix: Complete the read_ helper (likely read_delta or read_csv) with path parameter and SparkSession logic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542032"/>
            <a:ext cx="4251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6151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Missing  |  airflow.py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Problem: File is completely empty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Fix: Implement DAG with 6 tasks: fetch_api → upload_gcs → trigger_run → spark_bronze → spark_silver → load_bq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2542032"/>
            <a:ext cx="4251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9744" y="26151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Empty  |  main1.py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292608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Problem: File is empty — purpose unclear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9744" y="3291840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Fix: Either implement secondary ingestion logic or remove the file to avoid confusion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078224"/>
            <a:ext cx="8613648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41513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Warning  |  GCS Path Inconsistency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44439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Problem: clean_data.py INPUT uses provider_ingress/raw/ but OUTPUT uses provider-ingress/bronze/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444398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Fix: Standardise all GCS paths to use underscore: provider_ingress/raw/, provider_ingress/bronze/, provider_ingress/silver/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73152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API Fetch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76272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51960" y="914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API → 10,000 records → crypto_10000_records.csv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581912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581912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8191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GCS Storage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6272" y="1581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+ Dockerfile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51960" y="15819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receives GCS event → parses zone/provider/file, stores raw CSV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249424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249424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4942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Raw → Bronze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224942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clean_data.py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224942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Spark: dedup + null removal + invalid filter + type casting → Bronze GCS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916936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916936"/>
            <a:ext cx="73152" cy="5943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1693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Bronze → Silver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76272" y="291693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bronze_to_silver.py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29169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Spark: further transformation, windowing, SCD logic → Silver layer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584448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584448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844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Silver → Gold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76272" y="35844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BigQuery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51960" y="35844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aggregated, analytics-ready data → SQL queries, dashboards, reporting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251960"/>
            <a:ext cx="8613648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251960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519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Orchestration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76272" y="4251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airflow.py (DAG)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51960" y="4251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 ties all steps → scheduled, monitored, re-runnable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 Engineering Project  |  GCP Stack: Cloud Run · GCS · Dataproc · BigQuery · Cloud Composer (Airflow)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Data Engineering Pipeline</dc:title>
  <dc:subject>PptxGenJS Presentation</dc:subject>
  <dc:creator>PptxGenJS</dc:creator>
  <cp:lastModifiedBy>PptxGenJS</cp:lastModifiedBy>
  <cp:revision>1</cp:revision>
  <dcterms:created xsi:type="dcterms:W3CDTF">2026-05-30T18:17:53Z</dcterms:created>
  <dcterms:modified xsi:type="dcterms:W3CDTF">2026-05-30T18:17:53Z</dcterms:modified>
</cp:coreProperties>
</file>